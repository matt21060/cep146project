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691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010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982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820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720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4133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362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416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1705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219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623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7237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8079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6228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5676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4360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3523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71FED6-187D-4849-935A-0CBB5FFD04A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E4B51-9C11-43DA-8B24-DB400E179B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55550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33CB5-8D49-822A-286F-C916B2CA3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Open Source Movement and Licensing changes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7E3ED-2985-1A37-BA55-D112619599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By: Matthew Lucas and Sayed Hassani</a:t>
            </a:r>
          </a:p>
        </p:txBody>
      </p:sp>
    </p:spTree>
    <p:extLst>
      <p:ext uri="{BB962C8B-B14F-4D97-AF65-F5344CB8AC3E}">
        <p14:creationId xmlns:p14="http://schemas.microsoft.com/office/powerpoint/2010/main" val="1119310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2262-C5BD-D0F9-9F39-F9E96CDB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Open-Source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E3F92-4CD3-6A4C-AE9F-04C4E2542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Permissive License</a:t>
            </a:r>
          </a:p>
          <a:p>
            <a:pPr lvl="1"/>
            <a:r>
              <a:rPr lang="en-CA" dirty="0"/>
              <a:t>Users are allowed to use the software for any purpose. Additionally, they can modify and redistribute the software for commercial gains.</a:t>
            </a:r>
          </a:p>
          <a:p>
            <a:pPr lvl="1"/>
            <a:endParaRPr lang="en-CA" dirty="0"/>
          </a:p>
          <a:p>
            <a:r>
              <a:rPr lang="en-CA" dirty="0"/>
              <a:t>Copyleft license</a:t>
            </a:r>
          </a:p>
          <a:p>
            <a:pPr lvl="1"/>
            <a:r>
              <a:rPr lang="en-CA" dirty="0"/>
              <a:t>An open-source software license that allows for users to use the software as long as they release any variations of the software created under the same license.</a:t>
            </a:r>
          </a:p>
        </p:txBody>
      </p:sp>
    </p:spTree>
    <p:extLst>
      <p:ext uri="{BB962C8B-B14F-4D97-AF65-F5344CB8AC3E}">
        <p14:creationId xmlns:p14="http://schemas.microsoft.com/office/powerpoint/2010/main" val="3084427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BC889-2A7D-A5A9-688E-795E957A1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Open-Source Movement: Economic Crisis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A80CE-383C-CC2C-17D6-1C2523D0C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Cloud Poaching</a:t>
            </a:r>
          </a:p>
          <a:p>
            <a:pPr lvl="1"/>
            <a:r>
              <a:rPr lang="en-CA" dirty="0"/>
              <a:t>This is an open-source conflict where major companies use open-source software to create commercial products and do not contribute or reimburse the original creators. </a:t>
            </a:r>
          </a:p>
          <a:p>
            <a:pPr lvl="1"/>
            <a:r>
              <a:rPr lang="en-CA" dirty="0"/>
              <a:t>Additionally, these major companies would offer open-source software on a cloud platform and charge a fee without making any contribution to the software.</a:t>
            </a:r>
          </a:p>
          <a:p>
            <a:pPr lvl="1"/>
            <a:r>
              <a:rPr lang="en-CA" dirty="0"/>
              <a:t>This created a change in the licensing community where open-source creators are creating licenses that prevent companies from cloud poaching.</a:t>
            </a:r>
          </a:p>
          <a:p>
            <a:pPr marL="4572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6744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F298-776A-0015-2D17-A9CA9383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Open-Source Movement: Forks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EEFAB-6E9D-0391-53A0-807B444A8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Forking occurs when a person takes the last version of an open-source software before it becomes commercialized or the license stop being open source and creates their own modification of the software.</a:t>
            </a:r>
          </a:p>
          <a:p>
            <a:r>
              <a:rPr lang="en-CA" dirty="0"/>
              <a:t>Forking has seen a rise as many companies are moving away from open-source for business licenses.</a:t>
            </a:r>
          </a:p>
        </p:txBody>
      </p:sp>
    </p:spTree>
    <p:extLst>
      <p:ext uri="{BB962C8B-B14F-4D97-AF65-F5344CB8AC3E}">
        <p14:creationId xmlns:p14="http://schemas.microsoft.com/office/powerpoint/2010/main" val="1186772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583F-F810-1CFC-1B9E-D3263D1B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362" y="2728735"/>
            <a:ext cx="6049657" cy="1400530"/>
          </a:xfrm>
        </p:spPr>
        <p:txBody>
          <a:bodyPr/>
          <a:lstStyle/>
          <a:p>
            <a:r>
              <a:rPr lang="en-CA" dirty="0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3838607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</TotalTime>
  <Words>207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Open Source Movement and Licensing changes</vt:lpstr>
      <vt:lpstr>Open-Source Movement</vt:lpstr>
      <vt:lpstr>Open-Source Movement: Economic Crisis</vt:lpstr>
      <vt:lpstr>Open-Source Movement: Forks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Lucas</dc:creator>
  <cp:lastModifiedBy>Matthew Lucas</cp:lastModifiedBy>
  <cp:revision>1</cp:revision>
  <dcterms:created xsi:type="dcterms:W3CDTF">2026-10-22T01:15:39Z</dcterms:created>
  <dcterms:modified xsi:type="dcterms:W3CDTF">2026-10-22T01:36:15Z</dcterms:modified>
</cp:coreProperties>
</file>